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11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Website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572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Shopping Platform — Powered by AI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36576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Shabothu Vrishank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886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1463040"/>
            <a:ext cx="2743200" cy="384048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1463040"/>
            <a:ext cx="54864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Online Shopping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0" y="1993392"/>
            <a:ext cx="2743200" cy="384048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0" y="1993392"/>
            <a:ext cx="54864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1993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Real-time Notifications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43600" y="2523744"/>
            <a:ext cx="2743200" cy="384048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43600" y="2523744"/>
            <a:ext cx="54864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25237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Order Tracking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43600" y="3054096"/>
            <a:ext cx="2743200" cy="384048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43600" y="3054096"/>
            <a:ext cx="54864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3054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Checkout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943600" y="3584448"/>
            <a:ext cx="2743200" cy="384048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943600" y="3584448"/>
            <a:ext cx="54864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303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1325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ShopNow?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is a feature-complete, AI-assisted e-commerce platform inspired by industry leaders like Puma and Nike. Built as a responsive single-page application, it delivers a premium online shopping experience without requiring any backend infrastructure.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78608"/>
            <a:ext cx="73152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24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simulate a real-world e-commerce site with complete shopping features — from browsing products and managing a wishlist to secure checkout and order tracking — showcasing modern web development and AI-assisted coding practices.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8016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75120" y="1207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75120" y="1527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products, 8 categories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89320" y="2084832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67712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7512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67512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alerts &amp; order updates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989320" y="3072384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55264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75120" y="3182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675120" y="3502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 &amp; discover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989320" y="4059936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242816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75120" y="4169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675120" y="4489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payment flow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657600"/>
            <a:ext cx="1828800" cy="1828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4160520" cy="1115568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234440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14173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navigation, category browsing, and responsive layout for all devices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1115568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3752" y="1234440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58968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58968" y="14173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registration, password reset, and admin panel with role-based 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58568"/>
            <a:ext cx="4160520" cy="1115568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2532888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" y="2350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Smooth Checkout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27157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checkout with address, payment, and order confirmation in seconds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58568"/>
            <a:ext cx="4160520" cy="1115568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73752" y="2532888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58968" y="2350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Product Catalog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58968" y="27157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real products across 8 categories with detailed specs, images &amp; reviews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557016"/>
            <a:ext cx="4160520" cy="1115568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" y="3831336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9848" y="36484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9848" y="40142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generated with AI prompts — demonstrating modern dev workflows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557016"/>
            <a:ext cx="4160520" cy="1115568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73752" y="3831336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58968" y="36484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Scalability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58968" y="40142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Zero-build setup; ready to scale with Next.js, PostgreSQL, and Stripe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11680" cy="960120"/>
          </a:xfrm>
          <a:prstGeom prst="rect">
            <a:avLst/>
          </a:prstGeom>
          <a:solidFill>
            <a:srgbClr val="FFF3EE"/>
          </a:solidFill>
          <a:ln w="12700">
            <a:solidFill>
              <a:srgbClr val="FFF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188720"/>
            <a:ext cx="685800" cy="685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2801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542032"/>
            <a:ext cx="128016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76148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670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purchase products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145536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wishlist &amp; cart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4381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orders &amp; view history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391363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8221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multiple addresses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29768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4206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product reviews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468880" y="10972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468880" y="1097280"/>
            <a:ext cx="2011680" cy="960120"/>
          </a:xfrm>
          <a:prstGeom prst="rect">
            <a:avLst/>
          </a:prstGeom>
          <a:solidFill>
            <a:srgbClr val="E8FBF8"/>
          </a:solidFill>
          <a:ln w="12700">
            <a:solidFill>
              <a:srgbClr val="E8FB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27248" y="1188720"/>
            <a:ext cx="685800" cy="6858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280160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51460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834640" y="2542032"/>
            <a:ext cx="128016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651760" y="276148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816352" y="2670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 stats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2651760" y="3145536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816352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 catalog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651760" y="35295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816352" y="34381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orders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651760" y="3913632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816352" y="38221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user accounts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2651760" y="4297680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816352" y="4206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statuses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663440" y="10972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663440" y="1097280"/>
            <a:ext cx="2011680" cy="9601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321808" y="1188720"/>
            <a:ext cx="685800" cy="6858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280160"/>
            <a:ext cx="502920" cy="5029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70916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5029200" y="2542032"/>
            <a:ext cx="128016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846320" y="2761488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010912" y="2670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maintain codebase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4846320" y="3145536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010912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tools &amp; prompts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4846320" y="3529584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010912" y="34381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performance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4846320" y="3913632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010912" y="38221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&amp; documentation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4846320" y="4297680"/>
            <a:ext cx="109728" cy="1097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010912" y="4206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858000" y="109728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6858000" y="1097280"/>
            <a:ext cx="2011680" cy="960120"/>
          </a:xfrm>
          <a:prstGeom prst="rect">
            <a:avLst/>
          </a:prstGeom>
          <a:solidFill>
            <a:srgbClr val="F5EEFF"/>
          </a:solidFill>
          <a:ln w="12700">
            <a:solidFill>
              <a:srgbClr val="F5EEFF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7516368" y="1188720"/>
            <a:ext cx="685800" cy="68580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280160"/>
            <a:ext cx="502920" cy="50292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690372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</a:t>
            </a:r>
            <a:endParaRPr lang="en-US" sz="1400" dirty="0"/>
          </a:p>
        </p:txBody>
      </p:sp>
      <p:sp>
        <p:nvSpPr>
          <p:cNvPr id="59" name="Shape 53"/>
          <p:cNvSpPr/>
          <p:nvPr/>
        </p:nvSpPr>
        <p:spPr>
          <a:xfrm>
            <a:off x="7223760" y="2542032"/>
            <a:ext cx="1280160" cy="36576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7040880" y="2761488"/>
            <a:ext cx="109728" cy="10972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7205472" y="2670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product strategy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7040880" y="3145536"/>
            <a:ext cx="109728" cy="10972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7205472" y="30540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pricing &amp; discounts</a:t>
            </a:r>
            <a:endParaRPr lang="en-US" sz="950" dirty="0"/>
          </a:p>
        </p:txBody>
      </p:sp>
      <p:sp>
        <p:nvSpPr>
          <p:cNvPr id="64" name="Shape 58"/>
          <p:cNvSpPr/>
          <p:nvPr/>
        </p:nvSpPr>
        <p:spPr>
          <a:xfrm>
            <a:off x="7040880" y="3529584"/>
            <a:ext cx="109728" cy="10972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7205472" y="34381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 metrics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7040880" y="3913632"/>
            <a:ext cx="109728" cy="10972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7205472" y="38221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marketing campaigns</a:t>
            </a:r>
            <a:endParaRPr lang="en-US" sz="950" dirty="0"/>
          </a:p>
        </p:txBody>
      </p:sp>
      <p:sp>
        <p:nvSpPr>
          <p:cNvPr id="68" name="Shape 62"/>
          <p:cNvSpPr/>
          <p:nvPr/>
        </p:nvSpPr>
        <p:spPr>
          <a:xfrm>
            <a:off x="7040880" y="4297680"/>
            <a:ext cx="109728" cy="10972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7205472" y="4206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customer feedback</a:t>
            </a:r>
            <a:endParaRPr lang="en-US" sz="950" dirty="0"/>
          </a:p>
        </p:txBody>
      </p:sp>
      <p:sp>
        <p:nvSpPr>
          <p:cNvPr id="70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Tools &amp; Software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379476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72768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4592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" y="197510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&amp; layout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78608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517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298094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animations, responsive grids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8444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584448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6576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398678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logic &amp; state management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960120"/>
            <a:ext cx="2834640" cy="379476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960120"/>
            <a:ext cx="283464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960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Frameworks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157276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572768"/>
            <a:ext cx="54864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164592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(CDN)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02152" y="197510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via vanilla CDN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57860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578608"/>
            <a:ext cx="54864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26517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02152" y="298094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 for UI components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58444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3584448"/>
            <a:ext cx="54864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36576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02152" y="398678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for dark theme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960120"/>
            <a:ext cx="2834640" cy="379476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960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Software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157276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1572768"/>
            <a:ext cx="54864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164592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73952" y="197510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code editor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257860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2578608"/>
            <a:ext cx="54864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26517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73952" y="298094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testing &amp; DevTools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3584448"/>
            <a:ext cx="2560320" cy="777240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584448"/>
            <a:ext cx="54864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36576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473952" y="398678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code generation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to Generate Code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44752"/>
            <a:ext cx="73152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54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1883664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full Amazon-like e-commerce homepage in a single HTML file using React via CDN. Include a navbar with logo, search bar, cart icon, and auth buttons. Add a hero banner carousel with 3 rotating promotional slides, a category grid with 8 icons, featured products section, and a trending products section with discount badges."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33472"/>
            <a:ext cx="73152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432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43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072384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complete authentication system: login form, registration form with name/email/password, and a password reset flow. Include form validation, error messages, and transition between auth views. Store users in localStorage and support an admin account (admin@shopnow.com / admin123)."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22192"/>
            <a:ext cx="73152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3192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31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&amp; Filters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261104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products page with a sidebar filter panel: category filter checkboxes, price range slider, minimum rating filter. Add sort options (Popular, Highest Rated, Price Low–High, Price High–Low). Show products in a responsive grid with image, name, rating stars, price, original price, and discount badge."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Used to Generate Code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44752"/>
            <a:ext cx="73152" cy="10515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54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1883664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3-step checkout: Step 1 — address selection with option to add new; Step 2 — payment method selection (Card, UPI, Cash on Delivery); Step 3 — order summary with confirm button. Support promo code WELCOME20 for 20% discount. Show savings, tax (8%), and shipping."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33472"/>
            <a:ext cx="73152" cy="10515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432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43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072384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an admin panel accessible only to admin@shopnow.com. Show stat cards: total products, orders, revenue, users. Include product management (add new product, delete existing), order management table with order IDs and statuses, and user management section."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22192"/>
            <a:ext cx="73152" cy="10515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3192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31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Persistence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261104"/>
            <a:ext cx="8065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a data.js file with 12 real products across 8 categories (Electronics, Fashion, Home, Books, Sports, Beauty, Toys, Grocery). Each product should have: name, price, originalPrice, rating, reviewCount, image URL (Unsplash), badge, specs object, tags array, and 2-3 user reviews."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Flowchart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804672" cy="8046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18488"/>
            <a:ext cx="603504" cy="603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3272" y="134416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7472" y="24231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00200" y="1911096"/>
            <a:ext cx="32004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56232" y="1837944"/>
            <a:ext cx="91440" cy="1463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1508760"/>
            <a:ext cx="804672" cy="80467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1618488"/>
            <a:ext cx="603504" cy="6035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496312" y="134416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96312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810512" y="24231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063240" y="1911096"/>
            <a:ext cx="32004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19272" y="1837944"/>
            <a:ext cx="91440" cy="1463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20440" y="1508760"/>
            <a:ext cx="804672" cy="8046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618488"/>
            <a:ext cx="603504" cy="60350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959352" y="134416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959352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273552" y="24231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26280" y="1911096"/>
            <a:ext cx="32004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82312" y="1837944"/>
            <a:ext cx="91440" cy="1463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83480" y="1508760"/>
            <a:ext cx="804672" cy="80467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618488"/>
            <a:ext cx="603504" cy="60350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422392" y="134416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22392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736592" y="24231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989320" y="1911096"/>
            <a:ext cx="32004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245352" y="1837944"/>
            <a:ext cx="91440" cy="1463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46520" y="1508760"/>
            <a:ext cx="804672" cy="804672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618488"/>
            <a:ext cx="603504" cy="60350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885432" y="134416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885432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6199632" y="24231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Payment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452360" y="1911096"/>
            <a:ext cx="32004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708392" y="1837944"/>
            <a:ext cx="91440" cy="1463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909560" y="1508760"/>
            <a:ext cx="804672" cy="8046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144" y="1618488"/>
            <a:ext cx="603504" cy="603504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348472" y="134416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348472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7662672" y="24231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365760" y="3218688"/>
            <a:ext cx="8412480" cy="54864"/>
          </a:xfrm>
          <a:prstGeom prst="rect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fully functional — from guest browsing to post-order tracking in the user dashboard.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365760" y="3822192"/>
            <a:ext cx="2029968" cy="82296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457200" y="385876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457200" y="41513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 + Validation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2606040" y="3822192"/>
            <a:ext cx="2029968" cy="82296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2697480" y="385876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Sort</a:t>
            </a:r>
            <a:endParaRPr lang="en-US" sz="1100" dirty="0"/>
          </a:p>
        </p:txBody>
      </p:sp>
      <p:sp>
        <p:nvSpPr>
          <p:cNvPr id="52" name="Text 44"/>
          <p:cNvSpPr/>
          <p:nvPr/>
        </p:nvSpPr>
        <p:spPr>
          <a:xfrm>
            <a:off x="2697480" y="41513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Price Range, Rating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846320" y="3822192"/>
            <a:ext cx="2029968" cy="82296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4937760" y="385876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Features</a:t>
            </a:r>
            <a:endParaRPr lang="en-US" sz="1100" dirty="0"/>
          </a:p>
        </p:txBody>
      </p:sp>
      <p:sp>
        <p:nvSpPr>
          <p:cNvPr id="55" name="Text 47"/>
          <p:cNvSpPr/>
          <p:nvPr/>
        </p:nvSpPr>
        <p:spPr>
          <a:xfrm>
            <a:off x="4937760" y="41513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Control, Promo Code WELCOME20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7086600" y="3822192"/>
            <a:ext cx="2029968" cy="82296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7178040" y="385876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100" dirty="0"/>
          </a:p>
        </p:txBody>
      </p:sp>
      <p:sp>
        <p:nvSpPr>
          <p:cNvPr id="58" name="Text 50"/>
          <p:cNvSpPr/>
          <p:nvPr/>
        </p:nvSpPr>
        <p:spPr>
          <a:xfrm>
            <a:off x="7178040" y="41513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UPI, Cash on Delivery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645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5120640" cy="3456432"/>
          </a:xfrm>
          <a:prstGeom prst="rect">
            <a:avLst/>
          </a:prstGeom>
          <a:solidFill>
            <a:srgbClr val="1A2E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5120640" cy="2743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2529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25296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22529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207008"/>
            <a:ext cx="2743200" cy="18288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1978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localhost/index.html</a:t>
            </a:r>
            <a:endParaRPr lang="en-US" sz="900" dirty="0"/>
          </a:p>
        </p:txBody>
      </p:sp>
      <p:pic>
        <p:nvPicPr>
          <p:cNvPr id="14" name="Image 0" descr="/home/claude/screenshots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44752"/>
            <a:ext cx="5120640" cy="31821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— Banner, Categories &amp; Products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1170432"/>
            <a:ext cx="3291840" cy="3456432"/>
          </a:xfrm>
          <a:prstGeom prst="rect">
            <a:avLst/>
          </a:prstGeom>
          <a:solidFill>
            <a:srgbClr val="1A2E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1170432"/>
            <a:ext cx="3291840" cy="2743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87568" y="122529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70448" y="1225296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53328" y="122529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21" name="Image 1" descr="/home/claude/screenshots/product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44752"/>
            <a:ext cx="3291840" cy="31821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7784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— Specs, Reviews &amp; Cart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645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3456432"/>
          </a:xfrm>
          <a:prstGeom prst="rect">
            <a:avLst/>
          </a:prstGeom>
          <a:solidFill>
            <a:srgbClr val="1A2E40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4206240" cy="2743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2529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25296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22529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12" name="Image 0" descr="/home/claude/screenshots/login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44752"/>
            <a:ext cx="4206240" cy="31821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432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 — Register, Reset Password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170432"/>
            <a:ext cx="4206240" cy="3456432"/>
          </a:xfrm>
          <a:prstGeom prst="rect">
            <a:avLst/>
          </a:prstGeom>
          <a:solidFill>
            <a:srgbClr val="1A2E4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170432"/>
            <a:ext cx="4206240" cy="2743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73168" y="122529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56048" y="1225296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38928" y="122529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19" name="Image 1" descr="/home/claude/screenshots/admin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44752"/>
            <a:ext cx="4206240" cy="31821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6344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Products, Orders &amp; Users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645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7680960" cy="3456432"/>
          </a:xfrm>
          <a:prstGeom prst="rect">
            <a:avLst/>
          </a:prstGeom>
          <a:solidFill>
            <a:srgbClr val="1A2E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170432"/>
            <a:ext cx="7680960" cy="2743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22529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225296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122529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1207008"/>
            <a:ext cx="4572000" cy="182880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11978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localhost/index.html — Cart</a:t>
            </a:r>
            <a:endParaRPr lang="en-US" sz="900" dirty="0"/>
          </a:p>
        </p:txBody>
      </p:sp>
      <p:pic>
        <p:nvPicPr>
          <p:cNvPr id="14" name="Image 0" descr="/home/claude/screenshots/cart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4752"/>
            <a:ext cx="7680960" cy="31821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— Promo Code, Qty Control &amp; Secure Checkout Summary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AI Prompts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AI-generated code screenshots demonstrate how Claude AI was used to build the ShopNow platform from natural language prompts: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4206240" cy="1572768"/>
          </a:xfrm>
          <a:prstGeom prst="rect">
            <a:avLst/>
          </a:prstGeom>
          <a:solidFill>
            <a:srgbClr val="1A2E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42062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36192"/>
            <a:ext cx="169164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12" name="Image 0" descr="/home/claude/screenshots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755648"/>
            <a:ext cx="1691640" cy="11704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8840" y="155448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— Homepage Layout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48840" y="1883664"/>
            <a:ext cx="2221992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03704" y="190195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full Amazon-like homepage with navbar, hero banner carousel, 8-category grid, and product cards with badges."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148840" y="252374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Result: Full navbar + banner carousel + product grid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81728" y="1444752"/>
            <a:ext cx="4206240" cy="1572768"/>
          </a:xfrm>
          <a:prstGeom prst="rect">
            <a:avLst/>
          </a:prstGeom>
          <a:solidFill>
            <a:srgbClr val="1A2E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81728" y="1444752"/>
            <a:ext cx="42062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73168" y="1536192"/>
            <a:ext cx="169164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28032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56048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84064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23" name="Image 1" descr="/home/claude/screenshots/login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755648"/>
            <a:ext cx="1691640" cy="11704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74536" y="155448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 — Authentication Flow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574536" y="1883664"/>
            <a:ext cx="2221992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29400" y="190195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complete auth system: login, register, password reset with form validation and localStorage persistence."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574536" y="252374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Result: Login + Register + Password Reset with localStorage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56032" y="3090672"/>
            <a:ext cx="4206240" cy="1572768"/>
          </a:xfrm>
          <a:prstGeom prst="rect">
            <a:avLst/>
          </a:prstGeom>
          <a:solidFill>
            <a:srgbClr val="1A2E40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56032" y="3090672"/>
            <a:ext cx="42062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47472" y="3182112"/>
            <a:ext cx="169164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02336" y="32552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30352" y="32552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58368" y="32552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34" name="Image 2" descr="/home/claude/screenshots/cart_p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401568"/>
            <a:ext cx="1691640" cy="11704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148840" y="320040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 — Cart &amp; Checkout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2148840" y="3529584"/>
            <a:ext cx="2221992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03704" y="354787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shopping cart with qty controls, promo code WELCOME20, tax calc (8%), and a 3-step checkout flow."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2148840" y="416966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Result: 3-step checkout, promo code, tax &amp; order summary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681728" y="3090672"/>
            <a:ext cx="4206240" cy="1572768"/>
          </a:xfrm>
          <a:prstGeom prst="rect">
            <a:avLst/>
          </a:prstGeom>
          <a:solidFill>
            <a:srgbClr val="1A2E4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681728" y="3090672"/>
            <a:ext cx="420624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773168" y="3182112"/>
            <a:ext cx="1691640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828032" y="32552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956048" y="32552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084064" y="32552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45" name="Image 3" descr="/home/claude/screenshots/admin_p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401568"/>
            <a:ext cx="1691640" cy="117043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574536" y="320040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 — Admin Dashboard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6574536" y="3529584"/>
            <a:ext cx="2221992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629400" y="3547872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0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an admin panel with revenue stats, product CRUD, order status table, and user management section."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6574536" y="4169664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Result: Stats cards, product table, order &amp; user management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37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05740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52704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911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prompts &amp; generation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53288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916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AI assistance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0" y="105156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051560"/>
            <a:ext cx="205740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051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4328" y="152704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(Meta)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24328" y="1911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24328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 via CDN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24328" y="253288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24328" y="2916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lucide.dev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24328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 used throughout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24328" y="353872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24328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24328" y="3922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unsplash.com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2432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 (free use)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05156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051560"/>
            <a:ext cx="2057400" cy="4114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051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64608" y="152704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64608" y="1911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puma.com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reference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64608" y="253288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64608" y="2916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nike.com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layout &amp; flow reference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64608" y="353872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64608" y="3922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6460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&amp; architecture reference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95160" y="105156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95160" y="1051560"/>
            <a:ext cx="2057400" cy="4114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1051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Resources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104888" y="152704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04888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04888" y="1911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04888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documentation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04888" y="253288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4888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04888" y="2916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04888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04888" y="3538728"/>
            <a:ext cx="1828800" cy="36576"/>
          </a:xfrm>
          <a:prstGeom prst="rect">
            <a:avLst/>
          </a:prstGeom>
          <a:solidFill>
            <a:srgbClr val="E0E4E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04888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 DevTools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04888" y="3922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chrome.google.com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0488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testing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 |  Shabothu Vrishank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00400"/>
            <a:ext cx="4114800" cy="4114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3566160"/>
            <a:ext cx="3474720" cy="3474720"/>
          </a:xfrm>
          <a:prstGeom prst="ellipse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1F3A52"/>
          </a:solidFill>
          <a:ln w="12700">
            <a:solidFill>
              <a:srgbClr val="1F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914400"/>
            <a:ext cx="2286000" cy="22860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— E-Commerce Website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084832"/>
            <a:ext cx="3657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2468880" cy="109728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24688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URL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797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in Browser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331720"/>
            <a:ext cx="2468880" cy="109728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2331720"/>
            <a:ext cx="24688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7797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· ChatGPT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331720"/>
            <a:ext cx="2468880" cy="1097280"/>
          </a:xfrm>
          <a:prstGeom prst="rect">
            <a:avLst/>
          </a:prstGeom>
          <a:solidFill>
            <a:srgbClr val="1A2E40"/>
          </a:solidFill>
          <a:ln w="12700">
            <a:solidFill>
              <a:srgbClr val="1F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31720"/>
            <a:ext cx="246888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7797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Shabothu Vrishank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2618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74520" y="3657600"/>
            <a:ext cx="12618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657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657600"/>
            <a:ext cx="12618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657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657600"/>
            <a:ext cx="12618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657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0"/>
            <a:ext cx="12618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657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43800" y="3657600"/>
            <a:ext cx="12618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36576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AI · Presented with Passion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ShopNow E-Commerce Website  ·  Shabothu Vrishank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ShopNow - E-Commerce Website</dc:title>
  <dc:subject>PptxGenJS Presentation</dc:subject>
  <dc:creator>Shabothu Vrishank</dc:creator>
  <cp:lastModifiedBy>Shabothu Vrishank</cp:lastModifiedBy>
  <cp:revision>1</cp:revision>
  <dcterms:created xsi:type="dcterms:W3CDTF">2026-04-18T04:04:56Z</dcterms:created>
  <dcterms:modified xsi:type="dcterms:W3CDTF">2026-04-18T04:04:56Z</dcterms:modified>
</cp:coreProperties>
</file>